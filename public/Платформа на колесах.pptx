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8428D-187C-4A83-8038-35E81098E866}" type="datetimeFigureOut">
              <a:rPr lang="uk-UA" smtClean="0"/>
              <a:t>21.02.2023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7B70D-880D-4498-84F4-D0257E1A630D}" type="slidenum">
              <a:rPr lang="uk-UA" smtClean="0"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21.02.2023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0"/>
            <a:ext cx="7500990" cy="1643050"/>
          </a:xfrm>
        </p:spPr>
        <p:txBody>
          <a:bodyPr/>
          <a:lstStyle/>
          <a:p>
            <a:r>
              <a:rPr lang="uk-UA" b="1" dirty="0">
                <a:solidFill>
                  <a:srgbClr val="FF0000"/>
                </a:solidFill>
              </a:rPr>
              <a:t>Платформа на колесах</a:t>
            </a:r>
          </a:p>
        </p:txBody>
      </p:sp>
      <p:pic>
        <p:nvPicPr>
          <p:cNvPr id="1026" name="Picture 2" descr="C:\Users\Acer\Desktop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1" y="1500174"/>
            <a:ext cx="5635261" cy="40160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20" y="2285992"/>
            <a:ext cx="128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FUNC.MOTOR  24X6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3074" name="Picture 2" descr="C:\Users\Acer\Desktop\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2500306"/>
            <a:ext cx="135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TECHNIC BRICK 1X14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4098" name="Picture 2" descr="C:\Users\Acer\Desktop\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643042" y="1357298"/>
            <a:ext cx="10715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TECHNIC BRICK 1X14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428596" y="1071546"/>
            <a:ext cx="78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PLATE 6X14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34" y="3143248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BRICK 1X1</a:t>
            </a:r>
            <a:endParaRPr lang="uk-UA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5122" name="Picture 2" descr="C:\Users\Acer\Desktop\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6146" name="Picture 2" descr="C:\Users\Acer\Desktop\6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28596" y="928670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BRICK 1X3</a:t>
            </a:r>
            <a:endParaRPr lang="uk-UA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28596" y="3071810"/>
            <a:ext cx="1143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BRICK 1X2</a:t>
            </a:r>
            <a:endParaRPr lang="uk-UA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7170" name="Picture 2" descr="C:\Users\Acer\Desktop\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7158" y="857232"/>
            <a:ext cx="10001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BRICK 1X3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143248"/>
            <a:ext cx="1142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PLATE 2X6</a:t>
            </a:r>
            <a:endParaRPr lang="uk-UA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142976" y="3071810"/>
            <a:ext cx="128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PLATE  2X4</a:t>
            </a:r>
            <a:endParaRPr lang="uk-UA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8194" name="Picture 2" descr="C:\Users\Acer\Desktop\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14282" y="2357430"/>
            <a:ext cx="128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BRICK 2X6</a:t>
            </a:r>
            <a:endParaRPr lang="uk-UA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857224" y="1071546"/>
            <a:ext cx="2071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FUNC.MOTOR  24X6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9218" name="Picture 2" descr="C:\Users\Acer\Desktop\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1000108"/>
            <a:ext cx="178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GEAR WHEEL Z24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5852" y="1714488"/>
            <a:ext cx="221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2 M CROSS AXLE W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0100" y="2786058"/>
            <a:ext cx="2071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TECHNIC BRICK 1X6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42" name="Picture 2" descr="C:\Users\Acer\Desktop\1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14346" y="0"/>
            <a:ext cx="935834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14282" y="3214686"/>
            <a:ext cx="10715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TECHNIC BRICK 1X6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071538" y="1857364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CROSS AXLE 8M</a:t>
            </a:r>
            <a:endParaRPr lang="uk-UA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357290" y="2357430"/>
            <a:ext cx="1500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WHEEL HUB W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2290" name="Picture 2" descr="C:\Users\Acer\Desktop\1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500166" y="1357299"/>
            <a:ext cx="2071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WHEEL HUB W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428728" y="2214554"/>
            <a:ext cx="17145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CROSS AXLE 8M</a:t>
            </a:r>
            <a:endParaRPr lang="uk-UA" sz="1200" dirty="0"/>
          </a:p>
          <a:p>
            <a:endParaRPr lang="uk-UA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928934"/>
            <a:ext cx="17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TYRE LOW NARROW 24X7 MM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3314" name="Picture 2" descr="C:\Users\Acer\Desktop\1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500166" y="1643050"/>
            <a:ext cx="1428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WHEEL HUB W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857232"/>
            <a:ext cx="27860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TYRE LOW NARROW 24X7 MM</a:t>
            </a:r>
            <a:endParaRPr lang="uk-UA" sz="1200" dirty="0">
              <a:latin typeface="Times New Roman" pitchFamily="18" charset="0"/>
              <a:cs typeface="Times New Roman" pitchFamily="18" charset="0"/>
            </a:endParaRPr>
          </a:p>
          <a:p>
            <a:endParaRPr lang="uk-UA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4338" name="Picture 2" descr="C:\Users\Acer\Desktop\1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008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5362" name="Picture 2" descr="C:\Users\Acer\Desktop\1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6437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</Words>
  <Application>Microsoft Office PowerPoint</Application>
  <PresentationFormat>Екран (4:3)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Тема Office</vt:lpstr>
      <vt:lpstr>Платформа на колесах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на колесах</dc:title>
  <dc:creator>Acer</dc:creator>
  <cp:lastModifiedBy>Ольга Барна</cp:lastModifiedBy>
  <cp:revision>6</cp:revision>
  <dcterms:modified xsi:type="dcterms:W3CDTF">2023-02-21T21:32:17Z</dcterms:modified>
</cp:coreProperties>
</file>